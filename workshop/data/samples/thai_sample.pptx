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ปัญญาประดิษฐ์และการเรียนรู้ของเครื่อง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Workshop: การเตรียมข้อมูลสำหรับสอนโมเดล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บทที่ 1: ปัญญาประดิษฐ์คืออะไร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ปัญญาประดิษฐ์ (Artificial Intelligence หรือ AI) คือสาขาวิชาทางวิทยาการคอมพิวเตอร์ ที่มุ่งเน้นการสร้างระบบที่สามารถทำงานที่ต้องอาศัยความฉลาดของมนุษย์ เช่น การเรียนรู้ การตัดสินใจ การรู้จำภาพ การเข้าใจภาษา และการแก้ปัญหา</a:t>
            </a:r>
          </a:p>
          <a:p/>
          <a:p>
            <a:r>
              <a:t>AI สามารถแบ่งออกเป็นหลายประเภท ได้แก่:</a:t>
            </a:r>
          </a:p>
          <a:p>
            <a:r>
              <a:t>1. AI แบบแคบ (Narrow AI) - ออกแบบมาเพื่อทำงานเฉพาะอย่าง เช่น การแปลภาษา</a:t>
            </a:r>
          </a:p>
          <a:p>
            <a:r>
              <a:t>2. AI แบบทั่วไป (General AI) - สามารถทำงานได้หลากหลายเหมือนมนุษย์</a:t>
            </a:r>
          </a:p>
          <a:p>
            <a:r>
              <a:t>3. AI ขั้นสูง (Super AI) - มีความสามารถเหนือกว่ามนุษย์ในทุกด้าน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บทที่ 2: การเรียนรู้ของเครื่อง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การเรียนรู้ของเครื่อง (Machine Learning) เป็นสาขาย่อยของปัญญาประดิษฐ์ ที่ทำให้คอมพิวเตอร์สามารถเรียนรู้จากข้อมูลได้โดยไม่ต้องเขียนโปรแกรมอย่างชัดเจน</a:t>
            </a:r>
          </a:p>
          <a:p/>
          <a:p>
            <a:r>
              <a:t>ประเภทหลักของการเรียนรู้ของเครื่อง:</a:t>
            </a:r>
          </a:p>
          <a:p>
            <a:r>
              <a:t>- การเรียนรู้แบบมีผู้สอน (Supervised Learning) - เรียนรู้จากข้อมูลที่มีคำตอบ</a:t>
            </a:r>
          </a:p>
          <a:p>
            <a:r>
              <a:t>- การเรียนรู้แบบไม่มีผู้สอน (Unsupervised Learning) - หาโครงสร้างจากข้อมูลเอง</a:t>
            </a:r>
          </a:p>
          <a:p>
            <a:r>
              <a:t>- การเรียนรู้แบบเสริมกำลัง (Reinforcement Learning) - เรียนรู้จากรางวัลและบทลงโทษ</a:t>
            </a:r>
          </a:p>
          <a:p/>
          <a:p>
            <a:r>
              <a:t>ตัวอย่างการใช้งาน Machine Learning ในชีวิตประจำวัน ได้แก่ ระบบแนะนำสินค้า ระบบกรองอีเมลขยะ การรู้จำใบหน้า ผู้ช่วยเสียง และรถยนต์ขับเคลื่อนอัตโนมัติ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บทที่ 3: การเรียนรู้เชิงลึก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การเรียนรู้เชิงลึก (Deep Learning) เป็นเทคนิคขั้นสูงของ Machine Learning ที่ใช้โครงข่ายประสาทเทียม (Neural Networks) หลายชั้นในการเรียนรู้</a:t>
            </a:r>
          </a:p>
          <a:p/>
          <a:p>
            <a:r>
              <a:t>โครงข่ายประสาทเทียมประกอบด้วย:</a:t>
            </a:r>
          </a:p>
          <a:p>
            <a:r>
              <a:t>- ชั้นรับข้อมูล (Input Layer) - รับข้อมูลดิบเข้าสู่ระบบ</a:t>
            </a:r>
          </a:p>
          <a:p>
            <a:r>
              <a:t>- ชั้นซ่อน (Hidden Layers) - ประมวลผลและสกัดคุณลักษณะ</a:t>
            </a:r>
          </a:p>
          <a:p>
            <a:r>
              <a:t>- ชั้นผลลัพธ์ (Output Layer) - ให้คำตอบหรือการทำนาย</a:t>
            </a:r>
          </a:p>
          <a:p/>
          <a:p>
            <a:r>
              <a:t>สถาปัตยกรรมที่สำคัญ:</a:t>
            </a:r>
          </a:p>
          <a:p>
            <a:r>
              <a:t>1. CNN (Convolutional Neural Network) - เหมาะสำหรับงานรูปภาพ</a:t>
            </a:r>
          </a:p>
          <a:p>
            <a:r>
              <a:t>2. RNN (Recurrent Neural Network) - เหมาะสำหรับข้อมูลลำดับ</a:t>
            </a:r>
          </a:p>
          <a:p>
            <a:r>
              <a:t>3. Transformer - สถาปัตยกรรมที่ใช้ใน GPT, BERT และโมเดลภาษาขนาดใหญ่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บทที่ 4: โมเดลภาษาขนาดใหญ่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โมเดลภาษาขนาดใหญ่ (Large Language Models หรือ LLM) เป็นโมเดล AI ที่ได้รับการฝึกฝนด้วยข้อมูลข้อความจำนวนมหาศาล ทำให้สามารถเข้าใจและสร้างข้อความภาษามนุษย์ได้อย่างเป็นธรรมชาติ</a:t>
            </a:r>
          </a:p>
          <a:p/>
          <a:p>
            <a:r>
              <a:t>การเตรียมข้อมูลสำหรับสอนโมเดลมีขั้นตอนหลักดังนี้:</a:t>
            </a:r>
          </a:p>
          <a:p>
            <a:r>
              <a:t>1. การรวบรวมข้อมูล (Data Collection) - เก็บข้อมูลจากหลายแหล่ง</a:t>
            </a:r>
          </a:p>
          <a:p>
            <a:r>
              <a:t>2. การทำความสะอาดข้อมูล (Data Cleaning) - ลบข้อมูลที่ไม่ต้องการ</a:t>
            </a:r>
          </a:p>
          <a:p>
            <a:r>
              <a:t>3. การจัดโครงสร้างข้อมูล (Data Structuring) - จัดรูปแบบให้เหมาะกับการเรียนรู้</a:t>
            </a:r>
          </a:p>
          <a:p>
            <a:r>
              <a:t>4. การตรวจสอบคุณภาพ (Quality Assurance) - ตรวจสอบความถูกต้องของข้อมูล</a:t>
            </a:r>
          </a:p>
          <a:p/>
          <a:p>
            <a:r>
              <a:t>ตัวอย่างโมเดลภาษาขนาดใหญ่ที่สำคัญ:</a:t>
            </a:r>
          </a:p>
          <a:p>
            <a:r>
              <a:t>- GPT-4 จาก OpenAI</a:t>
            </a:r>
          </a:p>
          <a:p>
            <a:r>
              <a:t>- Claude จาก Anthropic</a:t>
            </a:r>
          </a:p>
          <a:p>
            <a:r>
              <a:t>- Gemini จาก Google</a:t>
            </a:r>
          </a:p>
          <a:p>
            <a:r>
              <a:t>- Llama จาก Meta</a:t>
            </a:r>
          </a:p>
          <a:p>
            <a:r>
              <a:t>- Qwen จาก Alibaba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เปรียบเทียบประเภทของ Machine Learning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85800">
                <a:tc>
                  <a:txBody>
                    <a:bodyPr/>
                    <a:lstStyle/>
                    <a:p>
                      <a:r>
                        <a:t>ประเภท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ข้อมูลที่ใช้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ตัวอย่างการใช้งาน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ข้อดี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Supervised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มีคำตอบ (Labels)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การจำแนกรูปภาพ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แม่นยำสูง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Unsupervised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ไม่มีคำตอบ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การจัดกลุ่มลูกค้า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ค้นพบโครงสร้างใหม่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Reinforcement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รางวัล/บทลงโทษ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เกม, หุ่นยนต์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ปรับตัวได้ดี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